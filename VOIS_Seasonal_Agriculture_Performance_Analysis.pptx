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5"/>
  </p:notesMasterIdLst>
  <p:handoutMasterIdLst>
    <p:handoutMasterId r:id="rId2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41" r:id="rId21"/>
    <p:sldId id="342" r:id="rId22"/>
    <p:sldId id="343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mmohan07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5" y="3588199"/>
            <a:ext cx="4239745" cy="7434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[Student Name: S M Mohan Kumar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College Name- </a:t>
            </a:r>
            <a:r>
              <a:rPr lang="en-US" b="0" dirty="0" err="1">
                <a:solidFill>
                  <a:schemeClr val="tx1"/>
                </a:solidFill>
              </a:rPr>
              <a:t>Kishkinda</a:t>
            </a:r>
            <a:r>
              <a:rPr lang="en-US" b="0" dirty="0">
                <a:solidFill>
                  <a:schemeClr val="tx1"/>
                </a:solidFill>
              </a:rPr>
              <a:t> University 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939873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544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dirty="0"/>
              <a:t>STU6a1b027fe6df41780155007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IN" sz="2800" dirty="0"/>
              <a:t>Agricultural performance varies across seasons due to differences in environmental conditions, farming practices, resource availability, and market conditions.</a:t>
            </a:r>
          </a:p>
          <a:p>
            <a:r>
              <a:rPr lang="en-IN" sz="2800" dirty="0"/>
              <a:t>This project </a:t>
            </a:r>
            <a:r>
              <a:rPr lang="en-IN" sz="2800" dirty="0" err="1"/>
              <a:t>analyzes</a:t>
            </a:r>
            <a:r>
              <a:rPr lang="en-IN" sz="2800" dirty="0"/>
              <a:t> agricultural data to identify seasonal patterns, trends, relationships, and variations in crop productivity, resource usage, economic performance, and agricultural risk.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4"/>
            <a:ext cx="5339185" cy="547726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518F89-9314-56FA-15C8-D8C1202FB166}"/>
              </a:ext>
            </a:extLst>
          </p:cNvPr>
          <p:cNvSpPr txBox="1"/>
          <p:nvPr/>
        </p:nvSpPr>
        <p:spPr>
          <a:xfrm>
            <a:off x="323851" y="1758042"/>
            <a:ext cx="96225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Seasonal Agriculture Performance Analysis</a:t>
            </a:r>
            <a:r>
              <a:rPr lang="en-IN" dirty="0"/>
              <a:t> is a data analytics project that examines agricultural performance across Kharif, Rabi, and Zaid seasons.</a:t>
            </a:r>
          </a:p>
          <a:p>
            <a:r>
              <a:rPr lang="en-IN" dirty="0"/>
              <a:t>The dataset contains information about:</a:t>
            </a:r>
          </a:p>
          <a:p>
            <a:pPr lvl="0"/>
            <a:r>
              <a:rPr lang="en-IN" dirty="0"/>
              <a:t>Crop and farm details </a:t>
            </a:r>
          </a:p>
          <a:p>
            <a:pPr lvl="0"/>
            <a:r>
              <a:rPr lang="en-IN" dirty="0"/>
              <a:t>Environmental conditions </a:t>
            </a:r>
          </a:p>
          <a:p>
            <a:pPr lvl="0"/>
            <a:r>
              <a:rPr lang="en-IN" dirty="0"/>
              <a:t>Soil characteristics </a:t>
            </a:r>
          </a:p>
          <a:p>
            <a:pPr lvl="0"/>
            <a:r>
              <a:rPr lang="en-IN" dirty="0"/>
              <a:t>Irrigation and resource usage </a:t>
            </a:r>
          </a:p>
          <a:p>
            <a:pPr lvl="0"/>
            <a:r>
              <a:rPr lang="en-IN" dirty="0"/>
              <a:t>Crop yield and production </a:t>
            </a:r>
          </a:p>
          <a:p>
            <a:pPr lvl="0"/>
            <a:r>
              <a:rPr lang="en-IN" dirty="0"/>
              <a:t>Revenue, cost and profit </a:t>
            </a:r>
          </a:p>
          <a:p>
            <a:pPr lvl="0"/>
            <a:r>
              <a:rPr lang="en-IN" dirty="0"/>
              <a:t>Water efficiency </a:t>
            </a:r>
          </a:p>
          <a:p>
            <a:pPr lvl="0"/>
            <a:r>
              <a:rPr lang="en-IN" dirty="0"/>
              <a:t>Disease and pest risk </a:t>
            </a:r>
          </a:p>
          <a:p>
            <a:r>
              <a:rPr lang="en-IN" dirty="0"/>
              <a:t>Python, Pandas, Matplotlib and Seaborn were used for data cleaning, analysis and visualization.</a:t>
            </a:r>
          </a:p>
          <a:p>
            <a:r>
              <a:rPr lang="en-IN" dirty="0"/>
              <a:t>The project brief describes the dataset as covering farming practices, environmental conditions, crop production, resource usage and economic performance.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77500" lnSpcReduction="20000"/>
          </a:bodyPr>
          <a:lstStyle/>
          <a:p>
            <a:r>
              <a:rPr lang="en-IN" sz="3600" b="1" dirty="0"/>
              <a:t>WHO ARE THE END USERS?</a:t>
            </a:r>
            <a:endParaRPr lang="en-IN" sz="3600" dirty="0"/>
          </a:p>
          <a:p>
            <a:pPr lvl="0"/>
            <a:r>
              <a:rPr lang="en-IN" sz="3600" dirty="0"/>
              <a:t>👨‍🌾 Farmers </a:t>
            </a:r>
          </a:p>
          <a:p>
            <a:pPr lvl="0"/>
            <a:r>
              <a:rPr lang="en-IN" sz="3600" dirty="0"/>
              <a:t>🌾 Agricultural planners </a:t>
            </a:r>
          </a:p>
          <a:p>
            <a:pPr lvl="0"/>
            <a:r>
              <a:rPr lang="en-IN" sz="3600" dirty="0"/>
              <a:t>🏛️ Government agricultural departments </a:t>
            </a:r>
          </a:p>
          <a:p>
            <a:pPr lvl="0"/>
            <a:r>
              <a:rPr lang="en-IN" sz="3600" dirty="0"/>
              <a:t>📊 Agricultural analysts </a:t>
            </a:r>
          </a:p>
          <a:p>
            <a:pPr lvl="0"/>
            <a:r>
              <a:rPr lang="en-IN" sz="3600" dirty="0"/>
              <a:t>💧 Irrigation/resource management teams </a:t>
            </a:r>
          </a:p>
          <a:p>
            <a:pPr lvl="0"/>
            <a:r>
              <a:rPr lang="en-IN" sz="3600" dirty="0"/>
              <a:t>🌱 Crop management organizations </a:t>
            </a:r>
          </a:p>
          <a:p>
            <a:pPr lvl="0"/>
            <a:r>
              <a:rPr lang="en-IN" sz="3600" dirty="0"/>
              <a:t>🎓 Researchers and students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6204" y="1432560"/>
            <a:ext cx="7832116" cy="524344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Technology Used</a:t>
            </a:r>
            <a:endParaRPr lang="en-IN" dirty="0"/>
          </a:p>
          <a:p>
            <a:pPr lvl="0"/>
            <a:r>
              <a:rPr lang="en-IN" b="1" dirty="0"/>
              <a:t>Python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– Data manipulation 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– Numerical operations </a:t>
            </a:r>
          </a:p>
          <a:p>
            <a:pPr lvl="0"/>
            <a:r>
              <a:rPr lang="en-IN" b="1" dirty="0"/>
              <a:t>Matplotlib</a:t>
            </a:r>
            <a:r>
              <a:rPr lang="en-IN" dirty="0"/>
              <a:t> – Data visualization </a:t>
            </a:r>
          </a:p>
          <a:p>
            <a:pPr lvl="0"/>
            <a:r>
              <a:rPr lang="en-IN" b="1" dirty="0"/>
              <a:t>Seaborn</a:t>
            </a:r>
            <a:r>
              <a:rPr lang="en-IN" dirty="0"/>
              <a:t> – Statistical visualization </a:t>
            </a:r>
          </a:p>
          <a:p>
            <a:pPr lvl="0"/>
            <a:r>
              <a:rPr lang="en-IN" b="1" dirty="0"/>
              <a:t>SciPy</a:t>
            </a:r>
            <a:r>
              <a:rPr lang="en-IN" dirty="0"/>
              <a:t> – Statistical analysis </a:t>
            </a:r>
          </a:p>
          <a:p>
            <a:pPr lvl="0"/>
            <a:r>
              <a:rPr lang="en-IN" b="1" dirty="0"/>
              <a:t>Jupyter Notebook</a:t>
            </a:r>
            <a:r>
              <a:rPr lang="en-IN" dirty="0"/>
              <a:t> – Project documentation </a:t>
            </a:r>
          </a:p>
          <a:p>
            <a:pPr lvl="0"/>
            <a:r>
              <a:rPr lang="en-IN" b="1" dirty="0"/>
              <a:t>GitHub</a:t>
            </a:r>
            <a:r>
              <a:rPr lang="en-IN" dirty="0"/>
              <a:t> – Project repository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480FA6-AD53-44E6-E6F9-A40CBD9C7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38" y="1201586"/>
            <a:ext cx="10372531" cy="55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92DA7-0F59-4C88-F689-9C13F1F5A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865DB3-5319-CC1C-F00D-76E0D2872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38024"/>
            <a:ext cx="10221959" cy="5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E76A4-5447-8D2A-4790-8C65338D2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01586"/>
            <a:ext cx="10465837" cy="555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6F8BD2-CCCF-B034-9071-E99F0ADE6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5" y="1201586"/>
            <a:ext cx="10381861" cy="55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2ACD4A-A8AA-CAB3-3BB8-22506BF8C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00" y="1123781"/>
            <a:ext cx="10648514" cy="56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5B249-8417-8873-677A-6721702F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69174F-027A-4CF9-317C-82F3CFF21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9D1C43-9D72-B1C5-2697-9D199C77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152006B-1595-53EC-F259-132BB8A8009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ED72476-F151-4ECF-01FD-8A66FA24A70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B94B84F-F02A-3952-0048-AB35B21414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44C2F-2CBA-D516-52A7-341CA8E4D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70" y="1132892"/>
            <a:ext cx="10776674" cy="572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9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74AAB-0011-F304-3192-D33E1125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C702EA-6DAD-CA34-B389-50A6521509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BB9513-83B5-8D19-8D32-EE97BCA4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CD5C-2C6E-9DA5-1EE9-51EF8DB1F94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3989208-105F-655B-3606-2FDAC350EC9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889B56F-8254-1EFF-74CD-31D881258E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2522D-07BA-7EA5-A640-3BDB3FC59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54275"/>
            <a:ext cx="10736424" cy="570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8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966C-5B26-9E2E-8DE1-631281A3B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CCC666-204C-4F2B-8DF5-4108F12488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620F9B-E4D6-5117-1219-4F150A18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D971401-E0D7-6012-03C1-495502A1D88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FC7AE8A-A027-2577-2318-A6CB7C6B3F0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ED743D-509A-A699-8DB5-856A8A245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06AC5-9438-8FFE-BAC9-6C150329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76311"/>
            <a:ext cx="10149890" cy="53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2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E0C5-0442-C1AB-1079-977F9800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1E0CE4-CDA1-E103-CAFF-D62B7AAB4B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8DF7021-4729-2527-554D-E3A11AA5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DC44A0D-6AAB-CE74-B102-A9344CC1801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9D0DD23-BDB4-C81C-6220-55A884DA22C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49CBE00-16A7-2598-683C-34D83BD123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A10E1-6764-DEA7-65B2-D503933AB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9" y="1201586"/>
            <a:ext cx="10577804" cy="561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9A3B-4783-483F-96A0-1886EE67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A1CB59-3692-DBCB-EE03-184F3F859D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21F5404-BC3F-7325-89E2-078E827A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6D97AE2-5D2E-3A3A-497C-4A85BD7E639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B2EE968-0429-25C4-DAC4-2F2A24B919C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0A511F7-77C8-6782-149B-D1C6638575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2C726-D057-F181-B13D-D0C445B24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86" y="1073985"/>
            <a:ext cx="10887557" cy="57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9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7551-35A6-4541-7542-CB9604EF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6A228D-9462-6608-8659-01BEF99170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75E5EE4-F311-784F-9C9D-925CC94A7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438238B-4F30-34C1-CDA5-97730D0FE77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5C27168-B310-C6BD-D5FF-30D4FB61959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C2DEC34-199D-C207-F85D-B98C854A84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9E1A85-1345-9D94-9631-55CABE12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01586"/>
            <a:ext cx="10157927" cy="539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9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D913C-6CD0-C70D-538E-22DE11A43A25}"/>
              </a:ext>
            </a:extLst>
          </p:cNvPr>
          <p:cNvSpPr txBox="1"/>
          <p:nvPr/>
        </p:nvSpPr>
        <p:spPr>
          <a:xfrm>
            <a:off x="675957" y="1599080"/>
            <a:ext cx="47357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Develop a machine learning model to predict crop yield. </a:t>
            </a:r>
          </a:p>
          <a:p>
            <a:pPr lvl="0"/>
            <a:r>
              <a:rPr lang="en-IN" dirty="0"/>
              <a:t>Forecast seasonal agricultural performance. </a:t>
            </a:r>
          </a:p>
          <a:p>
            <a:pPr lvl="0"/>
            <a:r>
              <a:rPr lang="en-IN" dirty="0"/>
              <a:t>Integrate real-time weather data. </a:t>
            </a:r>
          </a:p>
          <a:p>
            <a:pPr lvl="0"/>
            <a:r>
              <a:rPr lang="en-IN" dirty="0"/>
              <a:t>Add soil and satellite-based information. </a:t>
            </a:r>
          </a:p>
          <a:p>
            <a:pPr lvl="0"/>
            <a:r>
              <a:rPr lang="en-IN" dirty="0"/>
              <a:t>Develop a farmer-friendly dashboard. </a:t>
            </a:r>
          </a:p>
          <a:p>
            <a:pPr lvl="0"/>
            <a:r>
              <a:rPr lang="en-IN" dirty="0"/>
              <a:t>Provide crop recommendation based on season and region. </a:t>
            </a:r>
          </a:p>
          <a:p>
            <a:pPr lvl="0"/>
            <a:r>
              <a:rPr lang="en-IN" dirty="0"/>
              <a:t>Improve water and resource optimization. </a:t>
            </a:r>
          </a:p>
          <a:p>
            <a:pPr lvl="0"/>
            <a:r>
              <a:rPr lang="en-IN" dirty="0"/>
              <a:t>Extend the analysis to multiple years of agricultural data.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675957" y="2015234"/>
            <a:ext cx="5790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https://github.com/smmohan07/Seasonal-Agriculture-Performance-Analysis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BED9C5-9909-CE1E-16E0-46D7CFD2F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19" y="1435133"/>
            <a:ext cx="7260150" cy="513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16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7712" y="3962572"/>
            <a:ext cx="4975070" cy="1660848"/>
          </a:xfrm>
        </p:spPr>
        <p:txBody>
          <a:bodyPr>
            <a:normAutofit/>
          </a:bodyPr>
          <a:lstStyle/>
          <a:p>
            <a:r>
              <a:rPr lang="en-US" dirty="0"/>
              <a:t>Presented By: S M Mohan 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1413</TotalTime>
  <Words>426</Words>
  <Application>Microsoft Office PowerPoint</Application>
  <PresentationFormat>Widescreen</PresentationFormat>
  <Paragraphs>77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MOHAN KUMAR S M</cp:lastModifiedBy>
  <cp:revision>99</cp:revision>
  <dcterms:created xsi:type="dcterms:W3CDTF">2021-07-11T13:13:15Z</dcterms:created>
  <dcterms:modified xsi:type="dcterms:W3CDTF">2026-09-05T10:01:26Z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